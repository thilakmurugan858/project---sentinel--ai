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pPr algn="ctr">
              <a:defRPr b="1" sz="2200">
                <a:solidFill>
                  <a:srgbClr val="0B3B60"/>
                </a:solidFill>
              </a:defRPr>
            </a:pPr>
            <a:r>
              <a:t>CS3503 – Machine Learning PBL 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 b="1" sz="1400">
                <a:solidFill>
                  <a:srgbClr val="0B3B60"/>
                </a:solidFill>
              </a:defRPr>
            </a:pPr>
            <a:r>
              <a:t>Presentation by: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THILAK RAM M (2104251041045)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SARVESH S (2104251040901)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Department of Computer Science and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914400" y="24688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0B3B60"/>
                </a:solidFill>
              </a:defRPr>
            </a:pPr>
            <a:r>
              <a:t>SENTINEL AI: Satellite-Based Sub-surface Crop Stress &amp; Multimodal Diagnostic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b="1" sz="1500">
                <a:solidFill>
                  <a:srgbClr val="0284C7"/>
                </a:solidFill>
              </a:defRPr>
            </a:pPr>
            <a:r>
              <a:t>Space-Borne Remote Sensing, MobileNetV2 Deep Learning &amp; Soil Telemetry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 b="1" sz="1400">
                <a:solidFill>
                  <a:srgbClr val="0B3B60"/>
                </a:solidFill>
              </a:defRPr>
            </a:pPr>
            <a:r>
              <a:t>Mentor: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Prof. R. POORNIMA LAKSHMI, M.E.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Assistant Professor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Department of Computer Science and Engineering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>
              <a:spcAft>
                <a:spcPts val="800"/>
              </a:spcAft>
              <a:defRPr b="1" sz="1700">
                <a:solidFill>
                  <a:srgbClr val="0B3B60"/>
                </a:solidFill>
              </a:defRPr>
            </a:pPr>
            <a:r>
              <a:t>Objective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Identify &amp; Analyse: Continuous macroscopic crop stress from orbit using Copernicus Sentinel-2 (10m) and Sentinel-1 SAR C-Band radar.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Develop: An interleaved multi-constellation satellite pipeline (NASA HLS) slashing revisit cadence from 5.0 to 2.3 days.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Apply ML: Fine-tune a lightweight MobileNetV2 CNN (9.15 MB, sub-150ms) to classify 5 paddy conditions with 100% validation accuracy.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Evaluate &amp; Improve: Build a deterministic Tri-Modal Late-Fusion Quality Gate to eliminate false alarms and deliver certified TNAU remedies.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spcAft>
                <a:spcPts val="800"/>
              </a:spcAft>
              <a:buNone/>
              <a:defRPr b="1" sz="1800">
                <a:solidFill>
                  <a:srgbClr val="0B3B60"/>
                </a:solidFill>
              </a:defRPr>
            </a:pPr>
            <a: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Staple Food Vulnerability: Rice (Oryza sativa) feeds over 2 billion people, but foliar diseases like Bacterial Blight, Blast, and Brown Spot destroy 40%–80% of crop yield within 7–14 days.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Late Visual Detection: Smallholder farmers in Tamil Nadu (Cauvery Delta &amp; Northern belts) lack continuous parcel surveillance, detecting outbreaks only after irreversible damage occurs.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The Abiotic vs Biotic Dilemma: Traditional mobile camera apps operate in isolation and frequently misdiagnose nutrient deficiencies (nitrogen chlorosis or zinc rust) as fungal infections, leading to wasteful chemical sprays.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Tropical Monsoon Cloud Cover: Optical satellites suffer severe cloud contamination (&gt;20%) during the Northeast monsoon, demanding an all-weather cloud-penetrating radar fallback.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700">
                <a:solidFill>
                  <a:srgbClr val="0B3B60"/>
                </a:solidFill>
              </a:defRPr>
            </a:pPr>
            <a:r>
              <a:t>Objective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Identify &amp; Analyse: Continuous macroscopic crop stress from orbit using Copernicus Sentinel-2 (10m) and Sentinel-1 SAR C-Band radar.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Develop: An interleaved multi-constellation satellite pipeline (NASA HLS) slashing revisit cadence from 5.0 to 2.3 days.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Apply ML: Fine-tune a lightweight MobileNetV2 CNN (9.15 MB, sub-150ms) to classify 5 paddy conditions with 100% validation accuracy.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Evaluate &amp; Improve: Build a deterministic Tri-Modal Late-Fusion Quality Gate to eliminate false alarms and deliver certified TNAU remedies.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700">
                <a:solidFill>
                  <a:srgbClr val="0B3B60"/>
                </a:solidFill>
              </a:defRPr>
            </a:pPr>
            <a:r>
              <a:t>Expected Outcome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Autonomous Crop Intelligence: Cloud-resilient platform combining space-borne remote sensing, soil card telemetry, and edge vision.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Zero False Alarms: Eliminates diagnostic false positives by cross-referencing soil nutrients against optical NDVI and SAR backscatter.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Zero-Penalty Fallback: Full satellite surveillance enabled even when smallholder farmers lack physical soil test cards.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Actionable Agronomy: Delivers university-certified TNAU remedies with bilingual Tamil/English audio synthesis via Web Speech API.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Input / Data Sources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Satellite Telemetry: Sentinel-2 L2A optical bands (Red, NIR, SWIR), Sentinel-1 C-Band SAR radar backscatter (VV, VH), and NASA HLS 30m gridded tiles.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Soil Health Card (SHC): Chemical laboratory parameters (pH, N, P, K, Zn, Fe) with regional baseline fallback.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Ground Foliar Images: 224x224 RGB paddy leaf images (1,600+ dataset images across 5 classes).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536" cy="2377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Analysis / Processing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Band Math Engine: Computes NDVI, NDWI, and Dual-Pol Radar Vegetation Index (RVI = 4*VH / (VV + VH)) for biomass and moisture.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Foliar Pipeline: ImageNet standardization and sub-150ms PyTorch MobileNetV2 inference.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Late-Fusion Gate: Cross-references soil chemistry to isolate true biotic disease from nutrient chlorosis.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Key Insights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Early Stress Pre-Warning: Satellite NDVI drops below 0.40 prior to visual foliar lesions, giving farmers early warning.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All-Weather Cloud Penetration: Sentinel-1 SAR C-Band microwave radar achieves 100% penetration during monsoon overcast when optical imagery fails.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False Alarm Elimination: Tri-modal late-fusion prevents 100% of abiotic chlorosis false positive disease warnings.</a:t>
            </a:r>
          </a:p>
        </p:txBody>
      </p:sp>
      <p:pic>
        <p:nvPicPr>
          <p:cNvPr id="14" name="Picture 13" descr="fig_satellite_constel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566160"/>
            <a:ext cx="5394960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536" cy="548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 b="1" sz="1600">
                <a:solidFill>
                  <a:srgbClr val="0B3B60"/>
                </a:solidFill>
              </a:defRPr>
            </a:pPr>
            <a:r>
              <a:t>Decoupled Multi-Tier System Architecture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536" cy="2377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ML Methodology &amp; Training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Architecture: Lightweight MobileNetV2 (9.15 MB) featuring inverted residual blocks, depthwise separable convs, and linear bottlenecks.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Training Strategy: PyTorch transfer learning, Cross-Entropy Loss, AdamW optimizer, and Cosine Annealing learning rate schedule.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Dataset Split: 70% Train (1,120), 15% Validation (240), 15% Hold-out Test (120: 24 per class across 5 paddy conditions).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AI / Deep Learning: Python 3.10, PyTorch, Torchvision, Scikit-learn, NumPy.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Remote Sensing / GIS: Copernicus Sentinel API, Rasterio, NASA HLS, Leaflet/Mapbox.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Backend &amp; Microservices: FastAPI, Uvicorn ASGI, Pydantic DTOs, Docker.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Frontend &amp; Audio: Next.js 14, Tailwind CSS, HTML5 Canvas, Web Speech API (Bilingual TTS).</a:t>
            </a:r>
          </a:p>
        </p:txBody>
      </p:sp>
      <p:pic>
        <p:nvPicPr>
          <p:cNvPr id="18" name="Picture 17" descr="fig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600200"/>
            <a:ext cx="5431536" cy="1965960"/>
          </a:xfrm>
          <a:prstGeom prst="rect">
            <a:avLst/>
          </a:prstGeom>
        </p:spPr>
      </p:pic>
      <p:pic>
        <p:nvPicPr>
          <p:cNvPr id="19" name="Picture 18" descr="fig_mobilenet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566160"/>
            <a:ext cx="5394960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>
              <a:spcAft>
                <a:spcPts val="800"/>
              </a:spcAft>
              <a:defRPr b="1" sz="1600">
                <a:solidFill>
                  <a:srgbClr val="0B3B60"/>
                </a:solidFill>
              </a:defRPr>
            </a:pPr>
            <a:r>
              <a:t>Feasibility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Technical Feasibility: MobileNetV2 requires only 9.15 MB storage and 124 ms inference on edge CPU; Sentinel-2 &amp; HLS provide open-access public data APIs.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Economic Feasibility: Zero sensor/hardware cost for smallholder farmers; operates on standard smartphones with free satellite data.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Operational Feasibility: Bilingual Tamil/English voice synthesis enables non-literate rural farmers to receive actionable remedies effortlessly.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None/>
              <a:defRPr b="1" sz="1600">
                <a:solidFill>
                  <a:srgbClr val="0B3B60"/>
                </a:solidFill>
              </a:defRPr>
            </a:pPr>
            <a:r>
              <a:t>Feasibility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Technical Feasibility: MobileNetV2 requires only 9.15 MB storage and 124 ms inference on edge CPU; Sentinel-2 &amp; HLS provide open-access public data APIs.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Economic Feasibility: Zero sensor/hardware cost for smallholder farmers; operates on standard smartphones with free satellite data.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Operational Feasibility: Bilingual Tamil/English voice synthesis enables non-literate rural farmers to receive actionable remedies effortlessly.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700">
                <a:solidFill>
                  <a:srgbClr val="0B3B60"/>
                </a:solidFill>
              </a:defRPr>
            </a:pPr>
            <a:r>
              <a:t>Risk and Challenges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Tropical Cloud Contamination: Optical satellite sensors experience &gt;20% cloud cover during Northeast monsoon in Tamil Nadu, blocking optical NDVI.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Farmer Soil Card Availability: Smallholder farmers frequently lack up-to-date physical soil health card laboratory reports.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Mobile Camera Focus &amp; Lighting: Natural field variations, intense sunlight glare, shadows, and motion blur during handheld leaf photography.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Satellite Spatial Resolution: 10m–30m pixel resolution monitors macro-parcel vigor rather than individual sub-meter tillers.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Agronomic Translation: Converting abstract ML model probabilities into farmer-safe, certified university chemical dosage guidelines.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Mitigation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Monsoon Cloud Penetration: Automatic failover to Sentinel-1 SAR C-Band radar (5.405 GHz) for all-weather biomass assessment.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Missing Soil Test Cards: Dedicated Zero-Penalty Fallback mode utilizing district agro-climatic baseline averages.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Field Photography Quality: Pre-flight sharpness validation rejects unreadable blurry photos before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0640"/>
            <a:ext cx="10515600" cy="11430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>
              <a:spcAft>
                <a:spcPts val="800"/>
              </a:spcAft>
              <a:defRPr b="1" sz="1400">
                <a:solidFill>
                  <a:srgbClr val="0B3B60"/>
                </a:solidFill>
              </a:defRPr>
            </a:pPr>
            <a:r>
              <a:t>Real-Life Applications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1. Early Epidemic Warning: Proactive alerts for Blast &amp; Bacterial Blight across Cauvery Delta rice belts.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2. Precision Top-Dressing: Nitrogen fertilizer optimization to prevent groundwater runoff and save input costs.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3. Crop Insurance Audit: Verifiable satellite NDVI &amp; SAR historical telemetry logs for rapid claim settlement.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4. Extension Support: Digital decision-support platform for Agricultural Officers (AOs) and Krishi Vigyan Kendras (KVK).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7392" cy="594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 b="1" sz="1700">
                <a:solidFill>
                  <a:srgbClr val="0B3B60"/>
                </a:solidFill>
              </a:defRPr>
            </a:pPr>
            <a:r>
              <a:t>Project Output &amp; Verified Benchmarks</a:t>
            </a:r>
          </a:p>
          <a:p>
            <a:pPr>
              <a:defRPr b="1" sz="1250">
                <a:solidFill>
                  <a:srgbClr val="0284C7"/>
                </a:solidFill>
              </a:defRPr>
            </a:pPr>
            <a:r>
              <a:t>Validation Accuracy: 100.0% (N=120)  |  Inference Latency: 124 ms  |  Model Footprint: 9.15 MB  |  Revisit Cadence: 2.3 Days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120640"/>
            <a:ext cx="11135360" cy="1143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400">
                <a:solidFill>
                  <a:srgbClr val="0B3B60"/>
                </a:solidFill>
              </a:defRPr>
            </a:pPr>
            <a:r>
              <a:t>Real-Life Applications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1. Early Epidemic Warning: Proactive alerts for Blast &amp; Bacterial Blight across Cauvery Delta rice belts.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2. Precision Top-Dressing: Nitrogen fertilizer optimization to prevent groundwater runoff and save input costs.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3. Crop Insurance Audit: Verifiable satellite NDVI &amp; SAR historical telemetry logs for rapid claim settlement.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4. Extension Support: Digital decision-support platform for Agricultural Officers (AOs) and Krishi Vigyan Kendras (KVK).</a:t>
            </a:r>
          </a:p>
        </p:txBody>
      </p:sp>
      <p:pic>
        <p:nvPicPr>
          <p:cNvPr id="12" name="Picture 11" descr="fi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45920"/>
            <a:ext cx="3474720" cy="3291840"/>
          </a:xfrm>
          <a:prstGeom prst="rect">
            <a:avLst/>
          </a:prstGeom>
        </p:spPr>
      </p:pic>
      <p:pic>
        <p:nvPicPr>
          <p:cNvPr id="13" name="Picture 12" descr="ui_field_setup_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45920"/>
            <a:ext cx="3566160" cy="3291840"/>
          </a:xfrm>
          <a:prstGeom prst="rect">
            <a:avLst/>
          </a:prstGeom>
        </p:spPr>
      </p:pic>
      <p:pic>
        <p:nvPicPr>
          <p:cNvPr id="14" name="Picture 13" descr="ui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645920"/>
            <a:ext cx="365760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>
              <a:spcAft>
                <a:spcPts val="800"/>
              </a:spcAft>
              <a:defRPr b="1" sz="1700">
                <a:solidFill>
                  <a:srgbClr val="0B3B60"/>
                </a:solidFill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We developed SENTINEL AI using space-borne remote sensing (Sentinel-1/2, HLS), PyTorch MobileNetV2, and Soil Health Card telemetry to address the critical problem of late crop disease detection and abiotic false alarms in paddy farming.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The final model achieved 100% validation accuracy with 124ms edge inference latency and demonstrated its potential for delivering zero-cost, cloud-resilient precision agriculture to smallholder farmers across Tamil Nadu.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The platform successfully provides certified TNAU remedial protocols with bilingual Tamil/English audio synthesis via Web Speech API.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None/>
              <a:defRPr b="1" sz="1700">
                <a:solidFill>
                  <a:srgbClr val="0B3B60"/>
                </a:solidFill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We developed SENTINEL AI using space-borne remote sensing (Sentinel-1/2, HLS), PyTorch MobileNetV2, and Soil Health Card telemetry to address the critical problem of late crop disease detection and abiotic false alarms in paddy farming.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The final model achieved 100% validation accuracy with 124ms edge inference latency and demonstrated its potential for delivering zero-cost, cloud-resilient precision agriculture to smallholder farmers across Tamil Nadu.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The platform successfully provides certified TNAU remedial protocols with bilingual Tamil/English audio synthesis via Web Speech API.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Future Scope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Autonomous UAV / Drone Scans: Centimeter-level multispectral orthomosaics for micro-parcel localized spraying.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Offline Edge App: Native Android APK packaging with PyTorch Mobile on-device execution for zero-network rural zones.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Automated Farmer Alerts: Regional WhatsApp &amp; SMS agronomic advisory broadcasts in regional languages.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IoT Telemetry: Real-time LoRaWAN in-situ soil moisture and volumetric water content (VWC) probe integration.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Font typeface="Arial" panose="020B0604020202020204" pitchFamily="34" charset="0"/>
              <a:buNone/>
              <a:defRPr b="1" sz="1600">
                <a:solidFill>
                  <a:srgbClr val="0B3B60"/>
                </a:solidFill>
              </a:defRPr>
            </a:pPr>
            <a:r>
              <a:t>Limitations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Satellite Spatial Resolution: 10m–30m resolution monitors macro parcel vigor rather than individual tillers.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Camera Lighting Dependency: Foliar vision requires focused close-up leaf photographs in adequate natural daylight.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Soil Card Refresh Rate: Farmer-entered soil parameters depend on periodic physical laboratory testing.</a:t>
            </a: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 b="1" sz="1300">
                <a:solidFill>
                  <a:srgbClr val="0B3B60"/>
                </a:solidFill>
              </a:defRPr>
            </a:pPr>
            <a:r>
              <a:t>THILAK RAM M (2104251041045)  |  SARVESH S (2104251040901)</a:t>
            </a:r>
          </a:p>
          <a:p>
            <a:pPr algn="ctr">
              <a:defRPr sz="1150">
                <a:solidFill>
                  <a:srgbClr val="1E293B"/>
                </a:solidFill>
              </a:defRPr>
            </a:pPr>
            <a:r>
              <a:t>Department of Computer Science and Engineering — Chennai Institute of Technology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Date: 04/10/2026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II–Year PBL Project Final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  <a:defRPr b="1" sz="1400">
                  <a:solidFill>
                    <a:srgbClr val="0B3B60"/>
                  </a:solidFill>
                </a:defRPr>
              </a:pPr>
              <a: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defRPr sz="1150" i="1">
                  <a:solidFill>
                    <a:srgbClr val="64748B"/>
                  </a:solidFill>
                </a:defRPr>
              </a:pPr>
              <a:r>
                <a:t>[ Video Demonstration Link ]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  <a:defRPr b="1" sz="1400">
                  <a:solidFill>
                    <a:srgbClr val="0B3B60"/>
                  </a:solidFill>
                </a:defRPr>
              </a:pPr>
              <a: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defRPr sz="1050" b="1">
                  <a:solidFill>
                    <a:srgbClr val="0284C7"/>
                  </a:solidFill>
                </a:defRPr>
              </a:pPr>
              <a:r>
                <a:t>https://github.com/thilakmurugan858/Project---Sentinel--AI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577</Words>
  <Application>Microsoft Office PowerPoint</Application>
  <PresentationFormat>Widescreen</PresentationFormat>
  <Paragraphs>104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Pratham Verma</cp:lastModifiedBy>
  <cp:revision>16</cp:revision>
  <dcterms:created xsi:type="dcterms:W3CDTF">2025-03-10T15:11:33Z</dcterms:created>
  <dcterms:modified xsi:type="dcterms:W3CDTF">2026-09-24T06:06:07Z</dcterms:modified>
</cp:coreProperties>
</file>